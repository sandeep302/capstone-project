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D54D3-0FE0-4FE3-A2DD-1C1357E114F5}" v="12" dt="2026-05-03T13:59:36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4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Reddy Seernam" userId="39b030ca44ae9de0" providerId="LiveId" clId="{A4C2E463-20F0-4470-87F5-F5E351661192}"/>
    <pc:docChg chg="undo custSel addSld modSld">
      <pc:chgData name="Sandeep Reddy Seernam" userId="39b030ca44ae9de0" providerId="LiveId" clId="{A4C2E463-20F0-4470-87F5-F5E351661192}" dt="2026-05-03T14:26:50.909" v="184" actId="14100"/>
      <pc:docMkLst>
        <pc:docMk/>
      </pc:docMkLst>
      <pc:sldChg chg="addSp delSp modSp mod setBg addAnim delAnim">
        <pc:chgData name="Sandeep Reddy Seernam" userId="39b030ca44ae9de0" providerId="LiveId" clId="{A4C2E463-20F0-4470-87F5-F5E351661192}" dt="2026-05-03T14:19:47.679" v="136" actId="26606"/>
        <pc:sldMkLst>
          <pc:docMk/>
          <pc:sldMk cId="0" sldId="256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00:47.855" v="80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Sandeep Reddy Seernam" userId="39b030ca44ae9de0" providerId="LiveId" clId="{A4C2E463-20F0-4470-87F5-F5E351661192}" dt="2026-05-03T14:00:02.177" v="77" actId="26606"/>
          <ac:spMkLst>
            <pc:docMk/>
            <pc:sldMk cId="0" sldId="256"/>
            <ac:spMk id="8" creationId="{4522B21E-B2B9-4C72-9A71-C87EFD137480}"/>
          </ac:spMkLst>
        </pc:spChg>
        <pc:spChg chg="add del">
          <ac:chgData name="Sandeep Reddy Seernam" userId="39b030ca44ae9de0" providerId="LiveId" clId="{A4C2E463-20F0-4470-87F5-F5E351661192}" dt="2026-05-03T14:00:02.177" v="77" actId="26606"/>
          <ac:spMkLst>
            <pc:docMk/>
            <pc:sldMk cId="0" sldId="256"/>
            <ac:spMk id="10" creationId="{5EB7D2A2-F448-44D4-938C-DC84CBCB3B1E}"/>
          </ac:spMkLst>
        </pc:spChg>
        <pc:spChg chg="add del">
          <ac:chgData name="Sandeep Reddy Seernam" userId="39b030ca44ae9de0" providerId="LiveId" clId="{A4C2E463-20F0-4470-87F5-F5E351661192}" dt="2026-05-03T14:00:02.177" v="77" actId="26606"/>
          <ac:spMkLst>
            <pc:docMk/>
            <pc:sldMk cId="0" sldId="256"/>
            <ac:spMk id="12" creationId="{871AEA07-1E14-44B4-8E55-64EF049CD66F}"/>
          </ac:spMkLst>
        </pc:spChg>
        <pc:spChg chg="add del">
          <ac:chgData name="Sandeep Reddy Seernam" userId="39b030ca44ae9de0" providerId="LiveId" clId="{A4C2E463-20F0-4470-87F5-F5E351661192}" dt="2026-05-03T14:00:47.837" v="79" actId="26606"/>
          <ac:spMkLst>
            <pc:docMk/>
            <pc:sldMk cId="0" sldId="256"/>
            <ac:spMk id="16" creationId="{FFD48BC7-DC40-47DE-87EE-9F4B6ECB9ABB}"/>
          </ac:spMkLst>
        </pc:spChg>
        <pc:spChg chg="add del">
          <ac:chgData name="Sandeep Reddy Seernam" userId="39b030ca44ae9de0" providerId="LiveId" clId="{A4C2E463-20F0-4470-87F5-F5E351661192}" dt="2026-05-03T14:00:47.837" v="79" actId="26606"/>
          <ac:spMkLst>
            <pc:docMk/>
            <pc:sldMk cId="0" sldId="256"/>
            <ac:spMk id="17" creationId="{E502BBC7-2C76-46F3-BC24-5985BC13DB88}"/>
          </ac:spMkLst>
        </pc:spChg>
        <pc:spChg chg="add del">
          <ac:chgData name="Sandeep Reddy Seernam" userId="39b030ca44ae9de0" providerId="LiveId" clId="{A4C2E463-20F0-4470-87F5-F5E351661192}" dt="2026-05-03T14:00:47.837" v="79" actId="26606"/>
          <ac:spMkLst>
            <pc:docMk/>
            <pc:sldMk cId="0" sldId="256"/>
            <ac:spMk id="18" creationId="{C7F28D52-2A5F-4D23-81AE-7CB8B591C7AF}"/>
          </ac:spMkLst>
        </pc:spChg>
        <pc:spChg chg="add del">
          <ac:chgData name="Sandeep Reddy Seernam" userId="39b030ca44ae9de0" providerId="LiveId" clId="{A4C2E463-20F0-4470-87F5-F5E351661192}" dt="2026-05-03T14:00:47.837" v="79" actId="26606"/>
          <ac:spMkLst>
            <pc:docMk/>
            <pc:sldMk cId="0" sldId="256"/>
            <ac:spMk id="19" creationId="{3629484E-3792-4B3D-89AD-7C8A1ED0E0D4}"/>
          </ac:spMkLst>
        </pc:spChg>
        <pc:spChg chg="add">
          <ac:chgData name="Sandeep Reddy Seernam" userId="39b030ca44ae9de0" providerId="LiveId" clId="{A4C2E463-20F0-4470-87F5-F5E351661192}" dt="2026-05-03T14:00:47.855" v="80" actId="26606"/>
          <ac:spMkLst>
            <pc:docMk/>
            <pc:sldMk cId="0" sldId="256"/>
            <ac:spMk id="21" creationId="{6F5A5072-7B47-4D32-B52A-4EBBF590B8A5}"/>
          </ac:spMkLst>
        </pc:spChg>
        <pc:spChg chg="add mod">
          <ac:chgData name="Sandeep Reddy Seernam" userId="39b030ca44ae9de0" providerId="LiveId" clId="{A4C2E463-20F0-4470-87F5-F5E351661192}" dt="2026-05-03T14:09:27.183" v="102" actId="26606"/>
          <ac:spMkLst>
            <pc:docMk/>
            <pc:sldMk cId="0" sldId="256"/>
            <ac:spMk id="22" creationId="{9715DAF0-AE1B-46C9-8A6B-DB2AA05AB91D}"/>
          </ac:spMkLst>
        </pc:spChg>
        <pc:spChg chg="add mod">
          <ac:chgData name="Sandeep Reddy Seernam" userId="39b030ca44ae9de0" providerId="LiveId" clId="{A4C2E463-20F0-4470-87F5-F5E351661192}" dt="2026-05-03T14:09:27.183" v="102" actId="26606"/>
          <ac:spMkLst>
            <pc:docMk/>
            <pc:sldMk cId="0" sldId="256"/>
            <ac:spMk id="23" creationId="{6016219D-510E-4184-9090-6D5578A87BD1}"/>
          </ac:spMkLst>
        </pc:spChg>
        <pc:spChg chg="add mod">
          <ac:chgData name="Sandeep Reddy Seernam" userId="39b030ca44ae9de0" providerId="LiveId" clId="{A4C2E463-20F0-4470-87F5-F5E351661192}" dt="2026-05-03T14:09:27.183" v="102" actId="26606"/>
          <ac:spMkLst>
            <pc:docMk/>
            <pc:sldMk cId="0" sldId="256"/>
            <ac:spMk id="24" creationId="{AFF4A713-7B75-4B21-90D7-5AB19547C728}"/>
          </ac:spMkLst>
        </pc:spChg>
        <pc:spChg chg="add mod">
          <ac:chgData name="Sandeep Reddy Seernam" userId="39b030ca44ae9de0" providerId="LiveId" clId="{A4C2E463-20F0-4470-87F5-F5E351661192}" dt="2026-05-03T14:09:27.183" v="102" actId="26606"/>
          <ac:spMkLst>
            <pc:docMk/>
            <pc:sldMk cId="0" sldId="256"/>
            <ac:spMk id="25" creationId="{DC631C0B-6DA6-4E57-8231-CE32B3434A7E}"/>
          </ac:spMkLst>
        </pc:spChg>
        <pc:spChg chg="add mod">
          <ac:chgData name="Sandeep Reddy Seernam" userId="39b030ca44ae9de0" providerId="LiveId" clId="{A4C2E463-20F0-4470-87F5-F5E351661192}" dt="2026-05-03T14:09:27.183" v="102" actId="26606"/>
          <ac:spMkLst>
            <pc:docMk/>
            <pc:sldMk cId="0" sldId="256"/>
            <ac:spMk id="26" creationId="{C29501E6-A978-4A61-9689-9085AF97A53A}"/>
          </ac:spMkLst>
        </pc:spChg>
        <pc:cxnChg chg="add del">
          <ac:chgData name="Sandeep Reddy Seernam" userId="39b030ca44ae9de0" providerId="LiveId" clId="{A4C2E463-20F0-4470-87F5-F5E351661192}" dt="2026-05-03T14:00:02.177" v="77" actId="26606"/>
          <ac:cxnSpMkLst>
            <pc:docMk/>
            <pc:sldMk cId="0" sldId="256"/>
            <ac:cxnSpMk id="14" creationId="{F7C8EA93-3210-4C62-99E9-153C275E3A87}"/>
          </ac:cxnSpMkLst>
        </pc:cxnChg>
      </pc:sldChg>
      <pc:sldChg chg="addSp modSp mod setBg">
        <pc:chgData name="Sandeep Reddy Seernam" userId="39b030ca44ae9de0" providerId="LiveId" clId="{A4C2E463-20F0-4470-87F5-F5E351661192}" dt="2026-05-03T14:25:39.601" v="167" actId="14100"/>
        <pc:sldMkLst>
          <pc:docMk/>
          <pc:sldMk cId="0" sldId="257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5:39.601" v="167" actId="14100"/>
          <ac:spMkLst>
            <pc:docMk/>
            <pc:sldMk cId="0" sldId="257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2:01.827" v="83" actId="26606"/>
          <ac:spMkLst>
            <pc:docMk/>
            <pc:sldMk cId="0" sldId="257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2:01.827" v="83" actId="26606"/>
          <ac:spMkLst>
            <pc:docMk/>
            <pc:sldMk cId="0" sldId="257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2:01.827" v="83" actId="26606"/>
          <ac:spMkLst>
            <pc:docMk/>
            <pc:sldMk cId="0" sldId="257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2:01.827" v="83" actId="26606"/>
          <ac:spMkLst>
            <pc:docMk/>
            <pc:sldMk cId="0" sldId="257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2:01.827" v="83" actId="26606"/>
          <ac:spMkLst>
            <pc:docMk/>
            <pc:sldMk cId="0" sldId="257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19:47.679" v="136" actId="26606"/>
        <pc:sldMkLst>
          <pc:docMk/>
          <pc:sldMk cId="0" sldId="258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2:46.683" v="84" actId="26606"/>
          <ac:spMkLst>
            <pc:docMk/>
            <pc:sldMk cId="0" sldId="258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2:46.683" v="84" actId="26606"/>
          <ac:spMkLst>
            <pc:docMk/>
            <pc:sldMk cId="0" sldId="258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2:46.683" v="84" actId="26606"/>
          <ac:spMkLst>
            <pc:docMk/>
            <pc:sldMk cId="0" sldId="258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2:46.683" v="84" actId="26606"/>
          <ac:spMkLst>
            <pc:docMk/>
            <pc:sldMk cId="0" sldId="258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2:46.683" v="84" actId="26606"/>
          <ac:spMkLst>
            <pc:docMk/>
            <pc:sldMk cId="0" sldId="258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22:33.418" v="153" actId="20577"/>
        <pc:sldMkLst>
          <pc:docMk/>
          <pc:sldMk cId="0" sldId="259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2:33.418" v="153" actId="20577"/>
          <ac:spMkLst>
            <pc:docMk/>
            <pc:sldMk cId="0" sldId="259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2:53.309" v="85" actId="26606"/>
          <ac:spMkLst>
            <pc:docMk/>
            <pc:sldMk cId="0" sldId="259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2:53.309" v="85" actId="26606"/>
          <ac:spMkLst>
            <pc:docMk/>
            <pc:sldMk cId="0" sldId="259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2:53.309" v="85" actId="26606"/>
          <ac:spMkLst>
            <pc:docMk/>
            <pc:sldMk cId="0" sldId="259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2:53.309" v="85" actId="26606"/>
          <ac:spMkLst>
            <pc:docMk/>
            <pc:sldMk cId="0" sldId="259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2:53.309" v="85" actId="26606"/>
          <ac:spMkLst>
            <pc:docMk/>
            <pc:sldMk cId="0" sldId="259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19:47.679" v="136" actId="26606"/>
        <pc:sldMkLst>
          <pc:docMk/>
          <pc:sldMk cId="0" sldId="260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2:57.275" v="86" actId="26606"/>
          <ac:spMkLst>
            <pc:docMk/>
            <pc:sldMk cId="0" sldId="260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2:57.275" v="86" actId="26606"/>
          <ac:spMkLst>
            <pc:docMk/>
            <pc:sldMk cId="0" sldId="260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2:57.275" v="86" actId="26606"/>
          <ac:spMkLst>
            <pc:docMk/>
            <pc:sldMk cId="0" sldId="260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2:57.275" v="86" actId="26606"/>
          <ac:spMkLst>
            <pc:docMk/>
            <pc:sldMk cId="0" sldId="260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2:57.275" v="86" actId="26606"/>
          <ac:spMkLst>
            <pc:docMk/>
            <pc:sldMk cId="0" sldId="260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26:50.909" v="184" actId="14100"/>
        <pc:sldMkLst>
          <pc:docMk/>
          <pc:sldMk cId="0" sldId="261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6:50.909" v="184" actId="14100"/>
          <ac:spMkLst>
            <pc:docMk/>
            <pc:sldMk cId="0" sldId="261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3:01.198" v="87" actId="26606"/>
          <ac:spMkLst>
            <pc:docMk/>
            <pc:sldMk cId="0" sldId="261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01.198" v="87" actId="26606"/>
          <ac:spMkLst>
            <pc:docMk/>
            <pc:sldMk cId="0" sldId="261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01.198" v="87" actId="26606"/>
          <ac:spMkLst>
            <pc:docMk/>
            <pc:sldMk cId="0" sldId="261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01.198" v="87" actId="26606"/>
          <ac:spMkLst>
            <pc:docMk/>
            <pc:sldMk cId="0" sldId="261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01.198" v="87" actId="26606"/>
          <ac:spMkLst>
            <pc:docMk/>
            <pc:sldMk cId="0" sldId="261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19:47.679" v="136" actId="26606"/>
        <pc:sldMkLst>
          <pc:docMk/>
          <pc:sldMk cId="0" sldId="262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3:05.154" v="88" actId="26606"/>
          <ac:spMkLst>
            <pc:docMk/>
            <pc:sldMk cId="0" sldId="262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05.154" v="88" actId="26606"/>
          <ac:spMkLst>
            <pc:docMk/>
            <pc:sldMk cId="0" sldId="262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05.154" v="88" actId="26606"/>
          <ac:spMkLst>
            <pc:docMk/>
            <pc:sldMk cId="0" sldId="262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05.154" v="88" actId="26606"/>
          <ac:spMkLst>
            <pc:docMk/>
            <pc:sldMk cId="0" sldId="262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05.154" v="88" actId="26606"/>
          <ac:spMkLst>
            <pc:docMk/>
            <pc:sldMk cId="0" sldId="262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23:26.145" v="155" actId="1036"/>
        <pc:sldMkLst>
          <pc:docMk/>
          <pc:sldMk cId="0" sldId="263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3:26.145" v="155" actId="1036"/>
          <ac:spMkLst>
            <pc:docMk/>
            <pc:sldMk cId="0" sldId="263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3:12.429" v="89" actId="26606"/>
          <ac:spMkLst>
            <pc:docMk/>
            <pc:sldMk cId="0" sldId="263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12.429" v="89" actId="26606"/>
          <ac:spMkLst>
            <pc:docMk/>
            <pc:sldMk cId="0" sldId="263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12.429" v="89" actId="26606"/>
          <ac:spMkLst>
            <pc:docMk/>
            <pc:sldMk cId="0" sldId="263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12.429" v="89" actId="26606"/>
          <ac:spMkLst>
            <pc:docMk/>
            <pc:sldMk cId="0" sldId="263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12.429" v="89" actId="26606"/>
          <ac:spMkLst>
            <pc:docMk/>
            <pc:sldMk cId="0" sldId="263"/>
            <ac:spMk id="1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24:52.169" v="164" actId="14100"/>
        <pc:sldMkLst>
          <pc:docMk/>
          <pc:sldMk cId="0" sldId="264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4:52.169" v="164" actId="14100"/>
          <ac:spMkLst>
            <pc:docMk/>
            <pc:sldMk cId="0" sldId="264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3:16.254" v="90" actId="26606"/>
          <ac:spMkLst>
            <pc:docMk/>
            <pc:sldMk cId="0" sldId="264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16.254" v="90" actId="26606"/>
          <ac:spMkLst>
            <pc:docMk/>
            <pc:sldMk cId="0" sldId="264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16.254" v="90" actId="26606"/>
          <ac:spMkLst>
            <pc:docMk/>
            <pc:sldMk cId="0" sldId="264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16.254" v="90" actId="26606"/>
          <ac:spMkLst>
            <pc:docMk/>
            <pc:sldMk cId="0" sldId="264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16.254" v="90" actId="26606"/>
          <ac:spMkLst>
            <pc:docMk/>
            <pc:sldMk cId="0" sldId="264"/>
            <ac:spMk id="16" creationId="{53E5B1A8-3AC9-4BD1-9BBC-78CA94F2D1BA}"/>
          </ac:spMkLst>
        </pc:spChg>
      </pc:sldChg>
      <pc:sldChg chg="addSp delSp modSp mod setBg">
        <pc:chgData name="Sandeep Reddy Seernam" userId="39b030ca44ae9de0" providerId="LiveId" clId="{A4C2E463-20F0-4470-87F5-F5E351661192}" dt="2026-05-03T14:25:02.567" v="165" actId="14100"/>
        <pc:sldMkLst>
          <pc:docMk/>
          <pc:sldMk cId="0" sldId="265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5:02.567" v="165" actId="14100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Sandeep Reddy Seernam" userId="39b030ca44ae9de0" providerId="LiveId" clId="{A4C2E463-20F0-4470-87F5-F5E351661192}" dt="2026-05-03T14:03:24.867" v="92" actId="26606"/>
          <ac:spMkLst>
            <pc:docMk/>
            <pc:sldMk cId="0" sldId="265"/>
            <ac:spMk id="8" creationId="{1B15ED52-F352-441B-82BF-E0EA34836D08}"/>
          </ac:spMkLst>
        </pc:spChg>
        <pc:spChg chg="add del">
          <ac:chgData name="Sandeep Reddy Seernam" userId="39b030ca44ae9de0" providerId="LiveId" clId="{A4C2E463-20F0-4470-87F5-F5E351661192}" dt="2026-05-03T14:03:24.867" v="92" actId="26606"/>
          <ac:spMkLst>
            <pc:docMk/>
            <pc:sldMk cId="0" sldId="265"/>
            <ac:spMk id="10" creationId="{3B2E3793-BFE6-45A2-9B7B-E18844431C99}"/>
          </ac:spMkLst>
        </pc:spChg>
        <pc:spChg chg="add del">
          <ac:chgData name="Sandeep Reddy Seernam" userId="39b030ca44ae9de0" providerId="LiveId" clId="{A4C2E463-20F0-4470-87F5-F5E351661192}" dt="2026-05-03T14:03:24.867" v="92" actId="26606"/>
          <ac:spMkLst>
            <pc:docMk/>
            <pc:sldMk cId="0" sldId="265"/>
            <ac:spMk id="12" creationId="{BC4C4868-CB8F-4AF9-9CDB-8108F2C19B67}"/>
          </ac:spMkLst>
        </pc:spChg>
        <pc:spChg chg="add del">
          <ac:chgData name="Sandeep Reddy Seernam" userId="39b030ca44ae9de0" providerId="LiveId" clId="{A4C2E463-20F0-4470-87F5-F5E351661192}" dt="2026-05-03T14:03:24.867" v="92" actId="26606"/>
          <ac:spMkLst>
            <pc:docMk/>
            <pc:sldMk cId="0" sldId="265"/>
            <ac:spMk id="14" creationId="{375E0459-6403-40CD-989D-56A4407CA12E}"/>
          </ac:spMkLst>
        </pc:spChg>
        <pc:spChg chg="add del">
          <ac:chgData name="Sandeep Reddy Seernam" userId="39b030ca44ae9de0" providerId="LiveId" clId="{A4C2E463-20F0-4470-87F5-F5E351661192}" dt="2026-05-03T14:03:24.867" v="92" actId="26606"/>
          <ac:spMkLst>
            <pc:docMk/>
            <pc:sldMk cId="0" sldId="265"/>
            <ac:spMk id="16" creationId="{53E5B1A8-3AC9-4BD1-9BBC-78CA94F2D1BA}"/>
          </ac:spMkLst>
        </pc:spChg>
        <pc:spChg chg="add del">
          <ac:chgData name="Sandeep Reddy Seernam" userId="39b030ca44ae9de0" providerId="LiveId" clId="{A4C2E463-20F0-4470-87F5-F5E351661192}" dt="2026-05-03T14:03:48.372" v="94" actId="26606"/>
          <ac:spMkLst>
            <pc:docMk/>
            <pc:sldMk cId="0" sldId="265"/>
            <ac:spMk id="18" creationId="{70DFC902-7D23-471A-B557-B6B6917D7A0D}"/>
          </ac:spMkLst>
        </pc:spChg>
        <pc:spChg chg="add del">
          <ac:chgData name="Sandeep Reddy Seernam" userId="39b030ca44ae9de0" providerId="LiveId" clId="{A4C2E463-20F0-4470-87F5-F5E351661192}" dt="2026-05-03T14:03:48.372" v="94" actId="26606"/>
          <ac:spMkLst>
            <pc:docMk/>
            <pc:sldMk cId="0" sldId="265"/>
            <ac:spMk id="19" creationId="{A55D5633-D557-4DCA-982C-FF36EB7A1C00}"/>
          </ac:spMkLst>
        </pc:spChg>
        <pc:spChg chg="add del">
          <ac:chgData name="Sandeep Reddy Seernam" userId="39b030ca44ae9de0" providerId="LiveId" clId="{A4C2E463-20F0-4470-87F5-F5E351661192}" dt="2026-05-03T14:03:48.372" v="94" actId="26606"/>
          <ac:spMkLst>
            <pc:docMk/>
            <pc:sldMk cId="0" sldId="265"/>
            <ac:spMk id="20" creationId="{450D3AD2-FA80-415F-A9CE-54D884561CD7}"/>
          </ac:spMkLst>
        </pc:spChg>
        <pc:spChg chg="add">
          <ac:chgData name="Sandeep Reddy Seernam" userId="39b030ca44ae9de0" providerId="LiveId" clId="{A4C2E463-20F0-4470-87F5-F5E351661192}" dt="2026-05-03T14:03:48.390" v="95" actId="26606"/>
          <ac:spMkLst>
            <pc:docMk/>
            <pc:sldMk cId="0" sldId="265"/>
            <ac:spMk id="22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48.390" v="95" actId="26606"/>
          <ac:spMkLst>
            <pc:docMk/>
            <pc:sldMk cId="0" sldId="265"/>
            <ac:spMk id="23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48.390" v="95" actId="26606"/>
          <ac:spMkLst>
            <pc:docMk/>
            <pc:sldMk cId="0" sldId="265"/>
            <ac:spMk id="24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48.390" v="95" actId="26606"/>
          <ac:spMkLst>
            <pc:docMk/>
            <pc:sldMk cId="0" sldId="265"/>
            <ac:spMk id="25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48.390" v="95" actId="26606"/>
          <ac:spMkLst>
            <pc:docMk/>
            <pc:sldMk cId="0" sldId="265"/>
            <ac:spMk id="26" creationId="{53E5B1A8-3AC9-4BD1-9BBC-78CA94F2D1BA}"/>
          </ac:spMkLst>
        </pc:spChg>
      </pc:sldChg>
      <pc:sldChg chg="addSp modSp mod setBg">
        <pc:chgData name="Sandeep Reddy Seernam" userId="39b030ca44ae9de0" providerId="LiveId" clId="{A4C2E463-20F0-4470-87F5-F5E351661192}" dt="2026-05-03T14:24:31.735" v="162" actId="14100"/>
        <pc:sldMkLst>
          <pc:docMk/>
          <pc:sldMk cId="0" sldId="266"/>
        </pc:sldMkLst>
        <pc:spChg chg="mod">
          <ac:chgData name="Sandeep Reddy Seernam" userId="39b030ca44ae9de0" providerId="LiveId" clId="{A4C2E463-20F0-4470-87F5-F5E351661192}" dt="2026-05-03T14:19:47.679" v="136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andeep Reddy Seernam" userId="39b030ca44ae9de0" providerId="LiveId" clId="{A4C2E463-20F0-4470-87F5-F5E351661192}" dt="2026-05-03T14:24:31.735" v="162" actId="14100"/>
          <ac:spMkLst>
            <pc:docMk/>
            <pc:sldMk cId="0" sldId="266"/>
            <ac:spMk id="3" creationId="{00000000-0000-0000-0000-000000000000}"/>
          </ac:spMkLst>
        </pc:spChg>
        <pc:spChg chg="add">
          <ac:chgData name="Sandeep Reddy Seernam" userId="39b030ca44ae9de0" providerId="LiveId" clId="{A4C2E463-20F0-4470-87F5-F5E351661192}" dt="2026-05-03T14:03:52.810" v="96" actId="26606"/>
          <ac:spMkLst>
            <pc:docMk/>
            <pc:sldMk cId="0" sldId="266"/>
            <ac:spMk id="8" creationId="{1B15ED52-F352-441B-82BF-E0EA34836D08}"/>
          </ac:spMkLst>
        </pc:spChg>
        <pc:spChg chg="add">
          <ac:chgData name="Sandeep Reddy Seernam" userId="39b030ca44ae9de0" providerId="LiveId" clId="{A4C2E463-20F0-4470-87F5-F5E351661192}" dt="2026-05-03T14:03:52.810" v="96" actId="26606"/>
          <ac:spMkLst>
            <pc:docMk/>
            <pc:sldMk cId="0" sldId="266"/>
            <ac:spMk id="10" creationId="{3B2E3793-BFE6-45A2-9B7B-E18844431C99}"/>
          </ac:spMkLst>
        </pc:spChg>
        <pc:spChg chg="add">
          <ac:chgData name="Sandeep Reddy Seernam" userId="39b030ca44ae9de0" providerId="LiveId" clId="{A4C2E463-20F0-4470-87F5-F5E351661192}" dt="2026-05-03T14:03:52.810" v="96" actId="26606"/>
          <ac:spMkLst>
            <pc:docMk/>
            <pc:sldMk cId="0" sldId="266"/>
            <ac:spMk id="12" creationId="{BC4C4868-CB8F-4AF9-9CDB-8108F2C19B67}"/>
          </ac:spMkLst>
        </pc:spChg>
        <pc:spChg chg="add">
          <ac:chgData name="Sandeep Reddy Seernam" userId="39b030ca44ae9de0" providerId="LiveId" clId="{A4C2E463-20F0-4470-87F5-F5E351661192}" dt="2026-05-03T14:03:52.810" v="96" actId="26606"/>
          <ac:spMkLst>
            <pc:docMk/>
            <pc:sldMk cId="0" sldId="266"/>
            <ac:spMk id="14" creationId="{375E0459-6403-40CD-989D-56A4407CA12E}"/>
          </ac:spMkLst>
        </pc:spChg>
        <pc:spChg chg="add">
          <ac:chgData name="Sandeep Reddy Seernam" userId="39b030ca44ae9de0" providerId="LiveId" clId="{A4C2E463-20F0-4470-87F5-F5E351661192}" dt="2026-05-03T14:03:52.810" v="96" actId="26606"/>
          <ac:spMkLst>
            <pc:docMk/>
            <pc:sldMk cId="0" sldId="266"/>
            <ac:spMk id="16" creationId="{53E5B1A8-3AC9-4BD1-9BBC-78CA94F2D1BA}"/>
          </ac:spMkLst>
        </pc:spChg>
      </pc:sldChg>
      <pc:sldChg chg="addSp modSp new mod">
        <pc:chgData name="Sandeep Reddy Seernam" userId="39b030ca44ae9de0" providerId="LiveId" clId="{A4C2E463-20F0-4470-87F5-F5E351661192}" dt="2026-05-03T14:13:34.922" v="109" actId="26606"/>
        <pc:sldMkLst>
          <pc:docMk/>
          <pc:sldMk cId="3272005389" sldId="267"/>
        </pc:sldMkLst>
        <pc:spChg chg="add mod">
          <ac:chgData name="Sandeep Reddy Seernam" userId="39b030ca44ae9de0" providerId="LiveId" clId="{A4C2E463-20F0-4470-87F5-F5E351661192}" dt="2026-05-03T14:13:34.922" v="109" actId="26606"/>
          <ac:spMkLst>
            <pc:docMk/>
            <pc:sldMk cId="3272005389" sldId="267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7CFA-B3E0-5958-8F03-3E60FFDFF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A375E-B5BA-DCBB-0C92-9BFC53386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0A018-6C12-CF72-491C-2064D351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F8538-ABB1-48BC-3352-F17D389C0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45803-45BA-0D56-E4F5-CCCF88F6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0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0880-522C-2752-AD06-33C66DE6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8A5C3-5E5A-4F80-1249-9E0EBF28C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C9BE1-3AC4-8854-8C5C-E19D4060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97356-3545-DEC5-394E-62ACBD03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F5FCC-6C8B-DB9D-031E-4CB9D741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9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C771-82AC-5125-47B7-3CC5A454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24146-A004-CD03-9D16-F9DB40588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FB13-449C-CFC3-A406-B03A9378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E7D9B-B335-56F5-6BD9-33CDEA6B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C1D85-81B6-D142-9AF0-6BAF36D6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529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F5DD-5761-9F9F-0D01-AE5D1307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ED48-730E-4378-D65A-73F2C0605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AC236-1781-DA7C-2637-7D2FCD8D6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B64B0-DCB2-5FAD-F4E0-E0775EA4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15A68-CD5C-CF95-F2EC-E275E5B9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2FC3F-1ACB-2A60-E5C4-B51A4250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6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3E6F8-1FC4-4268-36EA-0D2A05AC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09145-BCF9-B7FB-2DBD-13BA4846C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09F26-9A52-AB65-EAC3-FB49863DA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53EE83-4475-270D-4464-4D1D148EA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5658E-805D-0388-30F9-C8A42BACF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7DB4D-10C6-8027-2ED3-DC68D0DE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B80A6-95DA-9C6A-5A52-F7DE4013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EE4F33-C9C0-224B-EF37-DF9335D9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862D1-69E4-90B6-AF15-A81EDE5F0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A17C0B-3160-51DF-9E82-521CE5EC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DC743-BD86-761D-CF76-74861B6B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37205-1B53-7B2A-051F-88201E544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6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FC874-211C-A203-4497-E83CD25E1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318BE-26EE-2C36-C619-D3D430CD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4B023-ADD7-AE24-65DA-ED5222416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3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02FC-934A-6D2F-8A2B-EFF77616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946C4-FC2E-2F8F-E78B-5FAFC1CFD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D3AC4-B49B-A65C-5A38-150C88FF6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37B5C-1713-6258-7D7B-4628E6FC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EB92B-C576-AD66-EFAB-C48A7E0D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12DC8-1F7D-8D93-71D9-AE6C1013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0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B48A-D271-97DF-F422-C579ABF2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744E5-5DBF-2806-81C5-D179D261A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02AEA-899F-1AFB-921B-AC9341497D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7547E-E9A2-FA45-7965-010E59997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D95A-29DD-EF06-152C-3D6BD775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85D77-3F04-DE39-5676-D846BB3E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6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E99F7-C850-BA08-48D9-5EB7D232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C2AE0-DA91-5B26-2541-1065E86CD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983FD-D751-1613-A666-1197A3F8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8BEFE-7EB8-0C0A-4950-FF40DD86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01F3A-4A0D-DF94-C2B9-A431D0C2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4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24007-6467-8782-7866-C6C8BD577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1F0E7-56CD-AC2B-8716-F2CBF690E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B984F-7BD5-3C95-1400-80CAC031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B69-0AAD-8229-D917-6CCE39D65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AD7D9-5DD8-4AC3-484D-8B270E8B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0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10C63-AFC4-75BA-918D-132747F7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9303E-EEA9-BC44-AB09-B8881BAEE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385F6-8D41-6748-CE3D-1BA71E2C0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981D6-E81D-647E-E4EB-0BBF3FE31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1CFA1-3170-7532-5FBB-297B3485C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3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0"/>
            <a:ext cx="3280917" cy="6858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0"/>
            <a:ext cx="3407923" cy="6858000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0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SkyScan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NZ"/>
              <a:t>BY</a:t>
            </a:r>
          </a:p>
          <a:p>
            <a:pPr algn="l"/>
            <a:r>
              <a:rPr lang="en-NZ"/>
              <a:t>Sandeep Reddy Seernam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9" y="1918197"/>
            <a:ext cx="8175171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SkyScan is a Python-based application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It fetches real-time air quality data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Helps users understand pollution levels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Stores and displays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What is AQI?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918197"/>
            <a:ext cx="7293023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AQI = Air Quality Index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Measures air pollution level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Indicates health risk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Lower value = Better air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AQI Levels &amp;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513" y="1918197"/>
            <a:ext cx="8549116" cy="42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</a:rPr>
              <a:t>1 – Good: Safe for everyone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</a:rPr>
              <a:t>2 – Fair: Acceptable air quality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</a:rPr>
              <a:t>3 – Moderate: Sensitive groups affected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</a:rPr>
              <a:t>4 – Poor: Unhealthy for most people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</a:rPr>
              <a:t>5 – Very Poor: Serious health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Why AQI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918197"/>
            <a:ext cx="7293023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Helps people protect their health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Guides outdoor activities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Raises awareness of pollution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</a:rPr>
              <a:t>• Supports environmental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How SkyScan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457" y="1918197"/>
            <a:ext cx="7968343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1. User enters city name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2.Input is validated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3. Coordinates fetched using API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4. AQI retrieved from API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5. Result displayed and stored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918197"/>
            <a:ext cx="7293023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AQI data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• Exact city match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• History tracking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>
                <a:latin typeface="Times New Roman" panose="02020603050405020304" pitchFamily="18" charset="0"/>
                <a:cs typeface="Times New Roman" panose="02020603050405020304" pitchFamily="18" charset="0"/>
              </a:rPr>
              <a:t>• JSON and SQLite storage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Uses of SkyScan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29" y="2096509"/>
            <a:ext cx="7657693" cy="3948507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Check air quality before going out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Helps people with respiratory issues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Useful for travelers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Supports health-conscious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How to Reduce Pollution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1918197"/>
            <a:ext cx="7293023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Use public transport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Reduce vehicle usage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Avoid burning waste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Use clean energy sources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Plant more trees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Healthy Living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1" y="1918197"/>
            <a:ext cx="8407600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Avoid outdoor activity during high AQI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Wear masks in polluted areas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Use air purifiers indoors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Stay hydrated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Monitor AQI regularly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NZ" sz="4500" b="1">
                <a:solidFill>
                  <a:srgbClr val="FFFFFF"/>
                </a:solidFill>
                <a:latin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918197"/>
            <a:ext cx="8436428" cy="4283358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AQI helps understand air quality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Sky Scan provides real-time insights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Promotes healthier lifestyle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3800" dirty="0">
                <a:latin typeface="Times New Roman" panose="02020603050405020304" pitchFamily="18" charset="0"/>
              </a:rPr>
              <a:t>• Can be extended with UI and 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/>
        </p:nvSpPr>
        <p:spPr>
          <a:xfrm>
            <a:off x="1524000" y="2286000"/>
            <a:ext cx="6096000" cy="1828800"/>
          </a:xfrm>
          <a:prstGeom prst="rect">
            <a:avLst/>
          </a:prstGeom>
        </p:spPr>
        <p:txBody>
          <a:bodyPr anchor="ctr" anchorCtr="1"/>
          <a:lstStyle/>
          <a:p>
            <a:pPr algn="ctr"/>
            <a:r>
              <a:rPr lang="en-US" sz="4400" b="1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7200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274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SkyScan Application</vt:lpstr>
      <vt:lpstr>Introduction</vt:lpstr>
      <vt:lpstr>What is AQI?</vt:lpstr>
      <vt:lpstr>AQI Levels &amp; Meaning</vt:lpstr>
      <vt:lpstr>Why AQI is Important</vt:lpstr>
      <vt:lpstr>How SkyScan Works</vt:lpstr>
      <vt:lpstr>Features</vt:lpstr>
      <vt:lpstr>Uses of SkyScan</vt:lpstr>
      <vt:lpstr>How to Reduce Pollution</vt:lpstr>
      <vt:lpstr>Healthy Living Tips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Reddy Seernam</cp:lastModifiedBy>
  <cp:revision>1</cp:revision>
  <dcterms:created xsi:type="dcterms:W3CDTF">2013-01-27T09:14:16Z</dcterms:created>
  <dcterms:modified xsi:type="dcterms:W3CDTF">2026-05-03T14:26:54Z</dcterms:modified>
  <cp:category/>
</cp:coreProperties>
</file>